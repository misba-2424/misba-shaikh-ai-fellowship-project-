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62" y="84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2453091" y="4344678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2453091" y="4461125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Misba Shaikh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2057760" y="4325350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4094479" y="430134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4052981" y="4421064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shaikhmisba895@gmail.com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3650367" y="4290104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702520" y="4361110"/>
            <a:ext cx="2272871" cy="354243"/>
            <a:chOff x="2981760" y="4319316"/>
            <a:chExt cx="2272871" cy="354243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034989" y="4319316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2981760" y="4446124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 Maheshwari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298275" y="4326082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CE2B4C-42F3-6C3D-A2AC-C0C414252A53}"/>
              </a:ext>
            </a:extLst>
          </p:cNvPr>
          <p:cNvSpPr txBox="1"/>
          <p:nvPr/>
        </p:nvSpPr>
        <p:spPr>
          <a:xfrm>
            <a:off x="68461" y="3462539"/>
            <a:ext cx="5447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IN" b="1" dirty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Smart Content Creation And Digital Marketing using AI Tools</a:t>
            </a:r>
            <a:endParaRPr lang="en-IN" sz="10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39" y="1082801"/>
            <a:ext cx="5455753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3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This project analyzes chatbot interaction data, user engagement patterns, content performance, and customer behavior to improve digital marketing strategies using Microsoft Excel, Copilot, ChatGPT, and AI chatbots.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3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Dataset: Chatbot logs and digital marketing campaign records | Includes engagement metrics such as clicks, responses, and conversions | Cleaned and validated for analysis.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3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Key Metrics: Engagement rate, response quality, conversion ratio, and personalization effectiveness.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3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Tools used: Microsoft Excel ( data cleaning, formulas, pivot analysis ) | Copilot ( AI – assisted insights and summaries ) | ChatGPT ( content generation and personalized chatbot responses ).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3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Key highlight: Discovered that AI-generated personalized chatbot responses significantly outperform generic rule-based replies in  driving user engagement and conversions – demonstrating the direct impact of AI-driven content creation on marketing efficiency.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sz="12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497" y="873760"/>
            <a:ext cx="3758894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14730" y="1050198"/>
            <a:ext cx="8629877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5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Problem 1:</a:t>
            </a:r>
            <a:r>
              <a:rPr lang="en-US" sz="15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Chatbot responses are often generic and rule-based, failing to deliver personalized content – leading to reduced customer engagement and satisfaction.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5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Problem 2:</a:t>
            </a:r>
            <a:r>
              <a:rPr lang="en-US" sz="15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Large and unstructured chatbot datasets (user queries, clicks, responses, conversions) are difficult to clean and interpret – no streamlined system exists to extract actionable insights.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5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Problem 3: </a:t>
            </a:r>
            <a:r>
              <a:rPr lang="en-US" sz="15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Marketing campaigns lack proper evaluation of chatbot-driven content performance – engagement metrics are collected but not analyzed effectively to guide strategy.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5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Problem 4:</a:t>
            </a:r>
            <a:r>
              <a:rPr lang="en-US" sz="15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Businesses struggle to identify user behavior patterns and preferences from chatbot interactions – resulting in inefficient targeting and missed opportunities for personalization.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5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Problem 5:</a:t>
            </a:r>
            <a:r>
              <a:rPr lang="en-US" sz="15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Without AI integration, organizations cannot automate smart content creation or optimize digital marketing strategies – leading to poor decision-making and lost revenue potential.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5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Target Users:</a:t>
            </a:r>
            <a:r>
              <a:rPr lang="en-US" sz="15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Digital makers, business managers, and organizations relying on chatbot-driven communication for customer engagement.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507019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5" y="945931"/>
            <a:ext cx="8500929" cy="3982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Built a Smart Content Creation and Digital Marketing Optimization System using Microsoft Excel, Copilot, ChatGPT, and AI Chatbots.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Step 1 – Data Validation: </a:t>
            </a: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Verified chatbot interaction logs and marketing campaign records. Checked for duplicates, missing values, and inconsistencies in engagement metrics such as clicks, responses, and conversions.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Step 2 – Excel Analysis: </a:t>
            </a: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Used formulas ( SUMIF, COUNTIF, VLOOKUP, IFERROR) to measure engagement rates, analyze user queries, and evaluate content performance. Segmented data to identify high – and low – performing campaigns.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Step 3 – AI Integration: </a:t>
            </a: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Applied Microsoft Copilot and ChatGPT with structured prompts to generate personalized chatbot responses, summarize user behavior trends, and create smart marketing content tailored to audience preferences.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Step 4 – Content Optimization: </a:t>
            </a: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Designed AI-driven chatbot scripts and marketing messages that adapt to user behavior. Automated responses generation to improve personalization and reduce generic replies.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Step 5 -  Documentation:</a:t>
            </a: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Recorded all AI prompts, outputs, and analysis steps to demonstrate how AI enhances digital marketing workflows and decision-making.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Key Benefits: </a:t>
            </a: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Transforms raw chatbot data into actionable marketing insights | Automates content creation and personalization using AI tools |  Improves engagement and conversion rates compared to rule-based chatbots | Provides a replicable workflow for digital marketers and businesses. 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500 rows Excel dataset | 17 fields | Sources: Copilot-generated dataset, kaggle/Edunet references | Fields: Campaign ID, Platform, Content Type,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Excel: (SUMIF, COUNTIF, VLOOKUP) TO calculate CTR, Conversion Rate, ROI,CPC, CPA. Segmentation by platform, age group, gender, and region.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5"/>
            <a:ext cx="4023360" cy="14900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Copilot: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Summarized campaign insights, flagged anomalies. </a:t>
            </a:r>
            <a:r>
              <a:rPr lang="en-US" sz="1600" b="1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ChatGPT: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Generated personalized chatbot responses and marketing content. </a:t>
            </a:r>
            <a:r>
              <a:rPr lang="en-US" sz="1600" b="1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Chatbot: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Automated scripts tested for personalization effectiveness.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4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Excel reports with campaign-wise CTR, ROI, sentiment analysis. AI-generated chatbot scripts and content recommendations. Documented workflow with prompts, outputs, and insights.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8447" y="2232290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IN" sz="1400" b="1" dirty="0">
                <a:latin typeface="Lato" panose="020F0502020204030203" pitchFamily="34" charset="0"/>
              </a:rPr>
              <a:t>Campaign Performance Comparison (Excel Analysis): </a:t>
            </a:r>
            <a:r>
              <a:rPr lang="en-IN" sz="1400" dirty="0">
                <a:latin typeface="Lato" panose="020F0502020204030203" pitchFamily="34" charset="0"/>
              </a:rPr>
              <a:t>Facebook Reels (CMP023) achieved a CTR of 49.8% and ROI of 3.6, while Twitter Ads (CMP006) had a CTR of only 2.1% and ROI of 1.2 – highlighting clear platform and tool performance gaps for marketers.</a:t>
            </a:r>
          </a:p>
          <a:p>
            <a:r>
              <a:rPr lang="en-IN" dirty="0">
                <a:latin typeface="Lato" panose="020F0502020204030203" pitchFamily="34" charset="0"/>
              </a:rPr>
              <a:t> </a:t>
            </a:r>
          </a:p>
        </p:txBody>
      </p:sp>
      <p:sp>
        <p:nvSpPr>
          <p:cNvPr id="10" name="Text 8"/>
          <p:cNvSpPr/>
          <p:nvPr/>
        </p:nvSpPr>
        <p:spPr>
          <a:xfrm>
            <a:off x="265176" y="1769171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32404" y="1788999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180651"/>
            <a:ext cx="2514600" cy="2703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Audience Segmentation &amp; ROI Insights (Excel Formulas): </a:t>
            </a:r>
            <a:r>
              <a:rPr lang="en-US" sz="14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18-24 Male (South America) campaigns showed CTR above 40% with strong conversions, while 35-44 Female (Europe) campaigns had lower CTR but higher ROI – revealing demographic-specific engagement patterns.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49340" y="182081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86499" y="2342541"/>
            <a:ext cx="2599053" cy="244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Chatbot Content Personalization (Copilot + ChatGPT): </a:t>
            </a:r>
            <a:r>
              <a:rPr lang="en-US" sz="14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Generic rule-based chatbot replies produced lower engagement, while AI-generated personalized responses improved conversion potential. Copilot summaries flagged anomalies (e.g., high spend but low ROI campaigns), guiding smarter content strategies. 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5421058" y="971550"/>
            <a:ext cx="3597456" cy="3309355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5" y="53263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862596"/>
            <a:ext cx="8229600" cy="40562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This project successfully built a Smart Content Creation and Digital Marketing Optimization System that converts 200+ raw campaign records into actionable marketing intelligence using Excel, Copilot, ChatGPT, and AI Chatbots. </a:t>
            </a:r>
          </a:p>
          <a:p>
            <a:r>
              <a:rPr lang="en-US" sz="1700" b="1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All objectives achieved: </a:t>
            </a:r>
            <a:r>
              <a:rPr lang="en-US" sz="17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Dataset validated – duplicates removed, missing values corrected. Engagement metrics calculated – CTR, Conversion Rate, ROI, CPC, CPA across platforms and demographics. Campaign segmentation completed – performance compared by age group, gender, region, and AI tool used. AI integration applied – Copilot for summaries and anomaly detection, ChatGPT for personalized chatbot responses and content generation.</a:t>
            </a:r>
          </a:p>
          <a:p>
            <a:r>
              <a:rPr lang="en-US" sz="1700" b="1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Biggest insight: </a:t>
            </a:r>
            <a:r>
              <a:rPr lang="en-US" sz="17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Personalized AI-driven chatbot responses consistently outperformed rule-based replies, with CTR improvements above 40% in several campaigns – proving the direct impact of AI personalization on engagement and conversions.</a:t>
            </a:r>
          </a:p>
          <a:p>
            <a:r>
              <a:rPr lang="en-US" sz="1700" b="1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Personal learning: </a:t>
            </a:r>
            <a:r>
              <a:rPr lang="en-US" sz="17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This project strengthened skills in Excel analytics, AI-assisted content creation, and chatbot integration – building a strong foundation for future work in digital marketing and AI-driven communication strategies.</a:t>
            </a:r>
            <a:endParaRPr lang="en-US" sz="17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476" y="879613"/>
            <a:ext cx="4246179" cy="3384274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3"/>
            <a:ext cx="5541829" cy="3836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Real-Time Campaign Data Integration: Connect live social media APIs (Instagram, Facebook, LinkedIn, YouTube, Twitter) for continuous updates on impressions, clicks, and conversions.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Predictive Analytics: Apply time-series forecasting (ARIMA/Prophet) to predict CTR,ROI, and conversion trends before campaigns launch.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Advanced Personalization: Use AI-driven sentiment analysis and reinforcement learning to male chatbot responses more adaptive and context-aware.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Cross-Platform Automation: Automate chatbot-driven content creation across multiple platforms for unified digital marketing management.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Reusable Prompt Library: Develop a Copilot + ChatGPT prompt library for marketers covering campaign summaries, anomaly detection, and personalized content generation.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Edunet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1236</Words>
  <Application>Microsoft Office PowerPoint</Application>
  <PresentationFormat>On-screen Show (16:9)</PresentationFormat>
  <Paragraphs>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User</cp:lastModifiedBy>
  <cp:revision>36</cp:revision>
  <dcterms:created xsi:type="dcterms:W3CDTF">2026-02-18T09:17:23Z</dcterms:created>
  <dcterms:modified xsi:type="dcterms:W3CDTF">2026-04-14T11:45:49Z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